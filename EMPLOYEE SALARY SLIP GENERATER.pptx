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3" r:id="rId7"/>
    <p:sldId id="264" r:id="rId8"/>
    <p:sldId id="265"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GB"/>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GB"/>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12/23/2025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12/23/2025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12/23/2025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GB"/>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GB"/>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GB"/>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12/23/2025</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GB"/>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GB"/>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GB"/>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GB"/>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GB"/>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GB"/>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12/23/2025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GB"/>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12/23/2025</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11BFB-2C5F-832A-F2B4-3337BE5909C6}"/>
              </a:ext>
            </a:extLst>
          </p:cNvPr>
          <p:cNvSpPr>
            <a:spLocks noGrp="1"/>
          </p:cNvSpPr>
          <p:nvPr>
            <p:ph type="ctrTitle"/>
          </p:nvPr>
        </p:nvSpPr>
        <p:spPr/>
        <p:txBody>
          <a:bodyPr/>
          <a:lstStyle/>
          <a:p>
            <a:r>
              <a:rPr lang="en-GB" dirty="0"/>
              <a:t>EMPLOYEE SALARY SLIP                 GENERATER</a:t>
            </a:r>
            <a:endParaRPr lang="en-US" dirty="0"/>
          </a:p>
        </p:txBody>
      </p:sp>
      <p:sp>
        <p:nvSpPr>
          <p:cNvPr id="3" name="Subtitle 2">
            <a:extLst>
              <a:ext uri="{FF2B5EF4-FFF2-40B4-BE49-F238E27FC236}">
                <a16:creationId xmlns:a16="http://schemas.microsoft.com/office/drawing/2014/main" id="{D6820D24-D193-2052-AD92-91433E50F627}"/>
              </a:ext>
            </a:extLst>
          </p:cNvPr>
          <p:cNvSpPr>
            <a:spLocks noGrp="1"/>
          </p:cNvSpPr>
          <p:nvPr>
            <p:ph type="subTitle" idx="1"/>
          </p:nvPr>
        </p:nvSpPr>
        <p:spPr>
          <a:xfrm>
            <a:off x="0" y="5262564"/>
            <a:ext cx="6917531" cy="1440656"/>
          </a:xfrm>
        </p:spPr>
        <p:txBody>
          <a:bodyPr>
            <a:normAutofit fontScale="85000" lnSpcReduction="10000"/>
          </a:bodyPr>
          <a:lstStyle/>
          <a:p>
            <a:r>
              <a:rPr lang="en-GB" dirty="0"/>
              <a:t>                                                               PRESENTED BY :  25A31A04D3</a:t>
            </a:r>
          </a:p>
          <a:p>
            <a:r>
              <a:rPr lang="en-GB" dirty="0"/>
              <a:t>                                                                                           25A31A04D4 </a:t>
            </a:r>
          </a:p>
          <a:p>
            <a:r>
              <a:rPr lang="en-GB" dirty="0"/>
              <a:t>                                                                                           25A31A04G4</a:t>
            </a:r>
          </a:p>
          <a:p>
            <a:r>
              <a:rPr lang="en-GB" dirty="0"/>
              <a:t>                                                                                           25A31A04G5                 </a:t>
            </a:r>
            <a:endParaRPr lang="en-US" dirty="0"/>
          </a:p>
        </p:txBody>
      </p:sp>
    </p:spTree>
    <p:extLst>
      <p:ext uri="{BB962C8B-B14F-4D97-AF65-F5344CB8AC3E}">
        <p14:creationId xmlns:p14="http://schemas.microsoft.com/office/powerpoint/2010/main" val="3609631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8D94-DB1B-6F2C-EC31-D4B8122D4254}"/>
              </a:ext>
            </a:extLst>
          </p:cNvPr>
          <p:cNvSpPr>
            <a:spLocks noGrp="1"/>
          </p:cNvSpPr>
          <p:nvPr>
            <p:ph type="title"/>
          </p:nvPr>
        </p:nvSpPr>
        <p:spPr/>
        <p:txBody>
          <a:bodyPr/>
          <a:lstStyle/>
          <a:p>
            <a:r>
              <a:rPr lang="en-GB" dirty="0"/>
              <a:t>INTRODUCTION </a:t>
            </a:r>
            <a:endParaRPr lang="en-US" dirty="0"/>
          </a:p>
        </p:txBody>
      </p:sp>
      <p:sp>
        <p:nvSpPr>
          <p:cNvPr id="3" name="Content Placeholder 2">
            <a:extLst>
              <a:ext uri="{FF2B5EF4-FFF2-40B4-BE49-F238E27FC236}">
                <a16:creationId xmlns:a16="http://schemas.microsoft.com/office/drawing/2014/main" id="{3493239F-C701-2F61-BBAB-B01312C28026}"/>
              </a:ext>
            </a:extLst>
          </p:cNvPr>
          <p:cNvSpPr>
            <a:spLocks noGrp="1"/>
          </p:cNvSpPr>
          <p:nvPr>
            <p:ph idx="1"/>
          </p:nvPr>
        </p:nvSpPr>
        <p:spPr/>
        <p:txBody>
          <a:bodyPr/>
          <a:lstStyle/>
          <a:p>
            <a:pPr marL="0" indent="0">
              <a:buNone/>
            </a:pPr>
            <a:r>
              <a:rPr lang="en-GB" dirty="0"/>
              <a:t> Salary slip is an important document for every employee.</a:t>
            </a:r>
          </a:p>
          <a:p>
            <a:pPr marL="0" indent="0">
              <a:buNone/>
            </a:pPr>
            <a:r>
              <a:rPr lang="en-GB" dirty="0"/>
              <a:t> It shows the details of earnings, deductions and net salary.</a:t>
            </a:r>
          </a:p>
          <a:p>
            <a:pPr marL="0" indent="0">
              <a:buNone/>
            </a:pPr>
            <a:r>
              <a:rPr lang="en-GB" dirty="0"/>
              <a:t>Manual preparation is time consuming and error – prone.</a:t>
            </a:r>
          </a:p>
          <a:p>
            <a:pPr marL="0" indent="0">
              <a:buNone/>
            </a:pPr>
            <a:r>
              <a:rPr lang="en-GB" dirty="0"/>
              <a:t>This project automates salary slip generation efficiently.</a:t>
            </a:r>
            <a:endParaRPr lang="en-US" dirty="0"/>
          </a:p>
        </p:txBody>
      </p:sp>
      <p:pic>
        <p:nvPicPr>
          <p:cNvPr id="7" name="Picture 6">
            <a:extLst>
              <a:ext uri="{FF2B5EF4-FFF2-40B4-BE49-F238E27FC236}">
                <a16:creationId xmlns:a16="http://schemas.microsoft.com/office/drawing/2014/main" id="{7933B70E-4969-C9D0-552E-072163B4C76D}"/>
              </a:ext>
            </a:extLst>
          </p:cNvPr>
          <p:cNvPicPr>
            <a:picLocks noChangeAspect="1"/>
          </p:cNvPicPr>
          <p:nvPr/>
        </p:nvPicPr>
        <p:blipFill>
          <a:blip r:embed="rId2"/>
          <a:stretch>
            <a:fillRect/>
          </a:stretch>
        </p:blipFill>
        <p:spPr>
          <a:xfrm>
            <a:off x="7801411" y="2655094"/>
            <a:ext cx="3571875" cy="3203704"/>
          </a:xfrm>
          <a:prstGeom prst="rect">
            <a:avLst/>
          </a:prstGeom>
        </p:spPr>
      </p:pic>
    </p:spTree>
    <p:extLst>
      <p:ext uri="{BB962C8B-B14F-4D97-AF65-F5344CB8AC3E}">
        <p14:creationId xmlns:p14="http://schemas.microsoft.com/office/powerpoint/2010/main" val="751686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02C6A-391B-4761-3186-E91073D7A0F1}"/>
              </a:ext>
            </a:extLst>
          </p:cNvPr>
          <p:cNvSpPr>
            <a:spLocks noGrp="1"/>
          </p:cNvSpPr>
          <p:nvPr>
            <p:ph type="title"/>
          </p:nvPr>
        </p:nvSpPr>
        <p:spPr/>
        <p:txBody>
          <a:bodyPr/>
          <a:lstStyle/>
          <a:p>
            <a:r>
              <a:rPr lang="en-GB" dirty="0"/>
              <a:t>PROBLEM STATEMENT </a:t>
            </a:r>
            <a:endParaRPr lang="en-US" dirty="0"/>
          </a:p>
        </p:txBody>
      </p:sp>
      <p:sp>
        <p:nvSpPr>
          <p:cNvPr id="3" name="Content Placeholder 2">
            <a:extLst>
              <a:ext uri="{FF2B5EF4-FFF2-40B4-BE49-F238E27FC236}">
                <a16:creationId xmlns:a16="http://schemas.microsoft.com/office/drawing/2014/main" id="{72F8533A-7ABA-8A31-06B5-B4FACC2A3587}"/>
              </a:ext>
            </a:extLst>
          </p:cNvPr>
          <p:cNvSpPr>
            <a:spLocks noGrp="1"/>
          </p:cNvSpPr>
          <p:nvPr>
            <p:ph idx="1"/>
          </p:nvPr>
        </p:nvSpPr>
        <p:spPr/>
        <p:txBody>
          <a:bodyPr/>
          <a:lstStyle/>
          <a:p>
            <a:pPr marL="0" indent="0">
              <a:buNone/>
            </a:pPr>
            <a:r>
              <a:rPr lang="en-GB" dirty="0"/>
              <a:t>Manual  salary calculations leads to mistakes.</a:t>
            </a:r>
          </a:p>
          <a:p>
            <a:pPr marL="0" indent="0">
              <a:buNone/>
            </a:pPr>
            <a:r>
              <a:rPr lang="en-GB" dirty="0"/>
              <a:t>Difficult to maintain employee salary records.</a:t>
            </a:r>
          </a:p>
          <a:p>
            <a:pPr marL="0" indent="0">
              <a:buNone/>
            </a:pPr>
            <a:r>
              <a:rPr lang="en-GB" dirty="0"/>
              <a:t>Time consuming for HR departments.</a:t>
            </a:r>
          </a:p>
          <a:p>
            <a:pPr marL="0" indent="0">
              <a:buNone/>
            </a:pPr>
            <a:r>
              <a:rPr lang="en-GB" dirty="0"/>
              <a:t>Lack of Quick access to salary details.</a:t>
            </a:r>
            <a:endParaRPr lang="en-US" dirty="0"/>
          </a:p>
        </p:txBody>
      </p:sp>
      <p:pic>
        <p:nvPicPr>
          <p:cNvPr id="4" name="Picture 3">
            <a:extLst>
              <a:ext uri="{FF2B5EF4-FFF2-40B4-BE49-F238E27FC236}">
                <a16:creationId xmlns:a16="http://schemas.microsoft.com/office/drawing/2014/main" id="{DA283249-B609-9B20-8142-F64172FA1846}"/>
              </a:ext>
            </a:extLst>
          </p:cNvPr>
          <p:cNvPicPr>
            <a:picLocks noChangeAspect="1"/>
          </p:cNvPicPr>
          <p:nvPr/>
        </p:nvPicPr>
        <p:blipFill>
          <a:blip r:embed="rId2"/>
          <a:stretch>
            <a:fillRect/>
          </a:stretch>
        </p:blipFill>
        <p:spPr>
          <a:xfrm>
            <a:off x="6679407" y="2345530"/>
            <a:ext cx="4785935" cy="3214687"/>
          </a:xfrm>
          <a:prstGeom prst="rect">
            <a:avLst/>
          </a:prstGeom>
        </p:spPr>
      </p:pic>
    </p:spTree>
    <p:extLst>
      <p:ext uri="{BB962C8B-B14F-4D97-AF65-F5344CB8AC3E}">
        <p14:creationId xmlns:p14="http://schemas.microsoft.com/office/powerpoint/2010/main" val="21093257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57B3F6-012C-2CAC-B4B1-BBCD60B96B3A}"/>
              </a:ext>
            </a:extLst>
          </p:cNvPr>
          <p:cNvSpPr>
            <a:spLocks noGrp="1"/>
          </p:cNvSpPr>
          <p:nvPr>
            <p:ph type="title"/>
          </p:nvPr>
        </p:nvSpPr>
        <p:spPr/>
        <p:txBody>
          <a:bodyPr/>
          <a:lstStyle/>
          <a:p>
            <a:r>
              <a:rPr lang="en-GB" dirty="0"/>
              <a:t>OBJECTIVE OF THE PROJECT </a:t>
            </a:r>
            <a:endParaRPr lang="en-US" dirty="0"/>
          </a:p>
        </p:txBody>
      </p:sp>
      <p:sp>
        <p:nvSpPr>
          <p:cNvPr id="6" name="Content Placeholder 5">
            <a:extLst>
              <a:ext uri="{FF2B5EF4-FFF2-40B4-BE49-F238E27FC236}">
                <a16:creationId xmlns:a16="http://schemas.microsoft.com/office/drawing/2014/main" id="{8D146458-DC51-280F-EA91-690A87256F4B}"/>
              </a:ext>
            </a:extLst>
          </p:cNvPr>
          <p:cNvSpPr>
            <a:spLocks noGrp="1"/>
          </p:cNvSpPr>
          <p:nvPr>
            <p:ph idx="1"/>
          </p:nvPr>
        </p:nvSpPr>
        <p:spPr/>
        <p:txBody>
          <a:bodyPr/>
          <a:lstStyle/>
          <a:p>
            <a:r>
              <a:rPr lang="en-GB" dirty="0"/>
              <a:t>To Generate employees salary slips automatically.</a:t>
            </a:r>
          </a:p>
          <a:p>
            <a:r>
              <a:rPr lang="en-GB" dirty="0"/>
              <a:t>To reduce manual efforts and calculation errors.</a:t>
            </a:r>
          </a:p>
          <a:p>
            <a:r>
              <a:rPr lang="en-GB" dirty="0"/>
              <a:t>To maintain accurate employees salary records.</a:t>
            </a:r>
          </a:p>
          <a:p>
            <a:r>
              <a:rPr lang="en-GB" dirty="0"/>
              <a:t>To provide Quick and reliable salary information.</a:t>
            </a:r>
          </a:p>
          <a:p>
            <a:pPr marL="0" indent="0">
              <a:buNone/>
            </a:pPr>
            <a:endParaRPr lang="en-US" dirty="0"/>
          </a:p>
        </p:txBody>
      </p:sp>
      <p:pic>
        <p:nvPicPr>
          <p:cNvPr id="2" name="Picture 1">
            <a:extLst>
              <a:ext uri="{FF2B5EF4-FFF2-40B4-BE49-F238E27FC236}">
                <a16:creationId xmlns:a16="http://schemas.microsoft.com/office/drawing/2014/main" id="{FDEDA1BA-AE85-E613-99C5-C453EC996CA7}"/>
              </a:ext>
            </a:extLst>
          </p:cNvPr>
          <p:cNvPicPr>
            <a:picLocks noChangeAspect="1"/>
          </p:cNvPicPr>
          <p:nvPr/>
        </p:nvPicPr>
        <p:blipFill>
          <a:blip r:embed="rId2"/>
          <a:stretch>
            <a:fillRect/>
          </a:stretch>
        </p:blipFill>
        <p:spPr>
          <a:xfrm>
            <a:off x="6941344" y="2400787"/>
            <a:ext cx="4810124" cy="4010025"/>
          </a:xfrm>
          <a:prstGeom prst="rect">
            <a:avLst/>
          </a:prstGeom>
        </p:spPr>
      </p:pic>
    </p:spTree>
    <p:extLst>
      <p:ext uri="{BB962C8B-B14F-4D97-AF65-F5344CB8AC3E}">
        <p14:creationId xmlns:p14="http://schemas.microsoft.com/office/powerpoint/2010/main" val="4124403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3B608-D3B4-5C9E-6E26-53896AD76ECD}"/>
              </a:ext>
            </a:extLst>
          </p:cNvPr>
          <p:cNvSpPr>
            <a:spLocks noGrp="1"/>
          </p:cNvSpPr>
          <p:nvPr>
            <p:ph type="title"/>
          </p:nvPr>
        </p:nvSpPr>
        <p:spPr/>
        <p:txBody>
          <a:bodyPr/>
          <a:lstStyle/>
          <a:p>
            <a:r>
              <a:rPr lang="en-GB" dirty="0"/>
              <a:t>SYSTEM OVERVIEW </a:t>
            </a:r>
            <a:endParaRPr lang="en-US" dirty="0"/>
          </a:p>
        </p:txBody>
      </p:sp>
      <p:pic>
        <p:nvPicPr>
          <p:cNvPr id="5" name="Picture Placeholder 4">
            <a:extLst>
              <a:ext uri="{FF2B5EF4-FFF2-40B4-BE49-F238E27FC236}">
                <a16:creationId xmlns:a16="http://schemas.microsoft.com/office/drawing/2014/main" id="{7DB30F39-F6EB-B672-BEBF-CF95106729C3}"/>
              </a:ext>
            </a:extLst>
          </p:cNvPr>
          <p:cNvPicPr>
            <a:picLocks noGrp="1" noChangeAspect="1"/>
          </p:cNvPicPr>
          <p:nvPr>
            <p:ph type="pic" sz="quarter" idx="13"/>
          </p:nvPr>
        </p:nvPicPr>
        <p:blipFill>
          <a:blip r:embed="rId2"/>
          <a:srcRect l="23449" r="23449"/>
          <a:stretch/>
        </p:blipFill>
        <p:spPr bwMode="auto">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rgbClr val="636363"/>
            </a:solidFill>
            <a:round/>
            <a:headEnd/>
            <a:tailEnd/>
          </a:ln>
          <a:effectLst/>
        </p:spPr>
      </p:pic>
      <p:sp>
        <p:nvSpPr>
          <p:cNvPr id="3" name="Content Placeholder 2">
            <a:extLst>
              <a:ext uri="{FF2B5EF4-FFF2-40B4-BE49-F238E27FC236}">
                <a16:creationId xmlns:a16="http://schemas.microsoft.com/office/drawing/2014/main" id="{9CF6FF0A-2383-A081-9FD5-BDDEFA682785}"/>
              </a:ext>
            </a:extLst>
          </p:cNvPr>
          <p:cNvSpPr>
            <a:spLocks noGrp="1"/>
          </p:cNvSpPr>
          <p:nvPr>
            <p:ph type="body" sz="half" idx="2"/>
          </p:nvPr>
        </p:nvSpPr>
        <p:spPr/>
        <p:txBody>
          <a:bodyPr/>
          <a:lstStyle/>
          <a:p>
            <a:r>
              <a:rPr lang="en-GB" dirty="0"/>
              <a:t>Accepts employee details and salary inputs.</a:t>
            </a:r>
          </a:p>
          <a:p>
            <a:r>
              <a:rPr lang="en-GB" dirty="0"/>
              <a:t>Calculates  allowances and deductions.</a:t>
            </a:r>
          </a:p>
          <a:p>
            <a:r>
              <a:rPr lang="en-GB" dirty="0"/>
              <a:t>Generates a formatted salary slip.</a:t>
            </a:r>
          </a:p>
          <a:p>
            <a:r>
              <a:rPr lang="en-GB" dirty="0"/>
              <a:t>Displays or prints the final salary slip.</a:t>
            </a:r>
            <a:endParaRPr lang="en-US" dirty="0"/>
          </a:p>
        </p:txBody>
      </p:sp>
    </p:spTree>
    <p:extLst>
      <p:ext uri="{BB962C8B-B14F-4D97-AF65-F5344CB8AC3E}">
        <p14:creationId xmlns:p14="http://schemas.microsoft.com/office/powerpoint/2010/main" val="2846381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1678F-29CF-DDE5-9B1F-35A33852400F}"/>
              </a:ext>
            </a:extLst>
          </p:cNvPr>
          <p:cNvSpPr>
            <a:spLocks noGrp="1"/>
          </p:cNvSpPr>
          <p:nvPr>
            <p:ph type="title"/>
          </p:nvPr>
        </p:nvSpPr>
        <p:spPr/>
        <p:txBody>
          <a:bodyPr/>
          <a:lstStyle/>
          <a:p>
            <a:r>
              <a:rPr lang="en-GB" dirty="0"/>
              <a:t>SALARY COMPONENTS </a:t>
            </a:r>
            <a:endParaRPr lang="en-US" dirty="0"/>
          </a:p>
        </p:txBody>
      </p:sp>
      <p:sp>
        <p:nvSpPr>
          <p:cNvPr id="4" name="Text Placeholder 3">
            <a:extLst>
              <a:ext uri="{FF2B5EF4-FFF2-40B4-BE49-F238E27FC236}">
                <a16:creationId xmlns:a16="http://schemas.microsoft.com/office/drawing/2014/main" id="{40EA32A4-33D0-CB4C-6994-FB2DCBF8EFC8}"/>
              </a:ext>
            </a:extLst>
          </p:cNvPr>
          <p:cNvSpPr>
            <a:spLocks noGrp="1"/>
          </p:cNvSpPr>
          <p:nvPr>
            <p:ph sz="half" idx="1"/>
          </p:nvPr>
        </p:nvSpPr>
        <p:spPr/>
        <p:txBody>
          <a:bodyPr/>
          <a:lstStyle/>
          <a:p>
            <a:pPr marL="0" indent="0">
              <a:buNone/>
            </a:pPr>
            <a:r>
              <a:rPr lang="en-GB" dirty="0"/>
              <a:t>EARNINGS:</a:t>
            </a:r>
          </a:p>
          <a:p>
            <a:r>
              <a:rPr lang="en-GB" dirty="0"/>
              <a:t>Basic salary </a:t>
            </a:r>
          </a:p>
          <a:p>
            <a:r>
              <a:rPr lang="en-GB" dirty="0"/>
              <a:t>HRA </a:t>
            </a:r>
          </a:p>
          <a:p>
            <a:r>
              <a:rPr lang="en-GB" dirty="0"/>
              <a:t>Allowances </a:t>
            </a:r>
            <a:endParaRPr lang="en-US" dirty="0"/>
          </a:p>
        </p:txBody>
      </p:sp>
      <p:sp>
        <p:nvSpPr>
          <p:cNvPr id="3" name="Picture Placeholder 2">
            <a:extLst>
              <a:ext uri="{FF2B5EF4-FFF2-40B4-BE49-F238E27FC236}">
                <a16:creationId xmlns:a16="http://schemas.microsoft.com/office/drawing/2014/main" id="{F1C80DAF-0FE4-EEF7-DED4-B1D7C9045025}"/>
              </a:ext>
            </a:extLst>
          </p:cNvPr>
          <p:cNvSpPr>
            <a:spLocks noGrp="1"/>
          </p:cNvSpPr>
          <p:nvPr>
            <p:ph sz="half" idx="2"/>
          </p:nvPr>
        </p:nvSpPr>
        <p:spPr/>
        <p:txBody>
          <a:bodyPr/>
          <a:lstStyle/>
          <a:p>
            <a:pPr marL="0" indent="0">
              <a:buNone/>
            </a:pPr>
            <a:r>
              <a:rPr lang="en-GB" dirty="0"/>
              <a:t>DEDUCTIONS:</a:t>
            </a:r>
          </a:p>
          <a:p>
            <a:r>
              <a:rPr lang="en-GB" dirty="0"/>
              <a:t>PF</a:t>
            </a:r>
          </a:p>
          <a:p>
            <a:r>
              <a:rPr lang="en-GB" dirty="0"/>
              <a:t>Tax </a:t>
            </a:r>
          </a:p>
          <a:p>
            <a:r>
              <a:rPr lang="en-GB" dirty="0"/>
              <a:t>Other deductions </a:t>
            </a:r>
            <a:endParaRPr lang="en-US" dirty="0"/>
          </a:p>
        </p:txBody>
      </p:sp>
      <p:pic>
        <p:nvPicPr>
          <p:cNvPr id="5" name="Picture 4">
            <a:extLst>
              <a:ext uri="{FF2B5EF4-FFF2-40B4-BE49-F238E27FC236}">
                <a16:creationId xmlns:a16="http://schemas.microsoft.com/office/drawing/2014/main" id="{E369F9BC-9AA9-3989-9CC9-67D6D84D2C19}"/>
              </a:ext>
            </a:extLst>
          </p:cNvPr>
          <p:cNvPicPr>
            <a:picLocks noChangeAspect="1"/>
          </p:cNvPicPr>
          <p:nvPr/>
        </p:nvPicPr>
        <p:blipFill>
          <a:blip r:embed="rId2"/>
          <a:stretch>
            <a:fillRect/>
          </a:stretch>
        </p:blipFill>
        <p:spPr>
          <a:xfrm>
            <a:off x="8950282" y="2772049"/>
            <a:ext cx="2782155" cy="3490632"/>
          </a:xfrm>
          <a:prstGeom prst="rect">
            <a:avLst/>
          </a:prstGeom>
        </p:spPr>
      </p:pic>
      <p:pic>
        <p:nvPicPr>
          <p:cNvPr id="6" name="Picture 5">
            <a:extLst>
              <a:ext uri="{FF2B5EF4-FFF2-40B4-BE49-F238E27FC236}">
                <a16:creationId xmlns:a16="http://schemas.microsoft.com/office/drawing/2014/main" id="{F2F4078A-C7C3-B80E-C680-E38DF3F63B07}"/>
              </a:ext>
            </a:extLst>
          </p:cNvPr>
          <p:cNvPicPr>
            <a:picLocks noChangeAspect="1"/>
          </p:cNvPicPr>
          <p:nvPr/>
        </p:nvPicPr>
        <p:blipFill>
          <a:blip r:embed="rId3"/>
          <a:stretch>
            <a:fillRect/>
          </a:stretch>
        </p:blipFill>
        <p:spPr>
          <a:xfrm>
            <a:off x="9100282" y="2925782"/>
            <a:ext cx="2782155" cy="3485030"/>
          </a:xfrm>
          <a:prstGeom prst="rect">
            <a:avLst/>
          </a:prstGeom>
        </p:spPr>
      </p:pic>
    </p:spTree>
    <p:extLst>
      <p:ext uri="{BB962C8B-B14F-4D97-AF65-F5344CB8AC3E}">
        <p14:creationId xmlns:p14="http://schemas.microsoft.com/office/powerpoint/2010/main" val="3336623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E8889-DE71-37BA-5F56-826ACF48F6F7}"/>
              </a:ext>
            </a:extLst>
          </p:cNvPr>
          <p:cNvSpPr>
            <a:spLocks noGrp="1"/>
          </p:cNvSpPr>
          <p:nvPr>
            <p:ph type="title"/>
          </p:nvPr>
        </p:nvSpPr>
        <p:spPr/>
        <p:txBody>
          <a:bodyPr/>
          <a:lstStyle/>
          <a:p>
            <a:r>
              <a:rPr lang="en-GB" dirty="0"/>
              <a:t>FUTURE ENHANCEMENTS </a:t>
            </a:r>
            <a:endParaRPr lang="en-US" dirty="0"/>
          </a:p>
        </p:txBody>
      </p:sp>
      <p:sp>
        <p:nvSpPr>
          <p:cNvPr id="3" name="Content Placeholder 2">
            <a:extLst>
              <a:ext uri="{FF2B5EF4-FFF2-40B4-BE49-F238E27FC236}">
                <a16:creationId xmlns:a16="http://schemas.microsoft.com/office/drawing/2014/main" id="{6F1CE4F5-D565-4FA6-D87E-1E17B60723C6}"/>
              </a:ext>
            </a:extLst>
          </p:cNvPr>
          <p:cNvSpPr>
            <a:spLocks noGrp="1"/>
          </p:cNvSpPr>
          <p:nvPr>
            <p:ph idx="1"/>
          </p:nvPr>
        </p:nvSpPr>
        <p:spPr/>
        <p:txBody>
          <a:bodyPr/>
          <a:lstStyle/>
          <a:p>
            <a:pPr marL="0" indent="0">
              <a:buNone/>
            </a:pPr>
            <a:r>
              <a:rPr lang="en-GB" dirty="0"/>
              <a:t>Employees  self - service logins .</a:t>
            </a:r>
          </a:p>
          <a:p>
            <a:pPr marL="0" indent="0">
              <a:buNone/>
            </a:pPr>
            <a:r>
              <a:rPr lang="en-GB" dirty="0"/>
              <a:t>Email salary slips.</a:t>
            </a:r>
          </a:p>
          <a:p>
            <a:pPr marL="0" indent="0">
              <a:buNone/>
            </a:pPr>
            <a:r>
              <a:rPr lang="en-GB" dirty="0"/>
              <a:t>Integration With payroll systems.</a:t>
            </a:r>
          </a:p>
          <a:p>
            <a:pPr marL="0" indent="0">
              <a:buNone/>
            </a:pPr>
            <a:r>
              <a:rPr lang="en-GB" dirty="0"/>
              <a:t>Tax report Generations.</a:t>
            </a:r>
            <a:endParaRPr lang="en-US" dirty="0"/>
          </a:p>
        </p:txBody>
      </p:sp>
      <p:sp>
        <p:nvSpPr>
          <p:cNvPr id="4" name="Content Placeholder 3">
            <a:extLst>
              <a:ext uri="{FF2B5EF4-FFF2-40B4-BE49-F238E27FC236}">
                <a16:creationId xmlns:a16="http://schemas.microsoft.com/office/drawing/2014/main" id="{15AB229B-F7CE-D5D4-EC12-466105ED145C}"/>
              </a:ext>
            </a:extLst>
          </p:cNvPr>
          <p:cNvSpPr>
            <a:spLocks noGrp="1"/>
          </p:cNvSpPr>
          <p:nvPr>
            <p:ph type="body" sz="half" idx="2"/>
          </p:nvPr>
        </p:nvSpPr>
        <p:spPr/>
        <p:txBody>
          <a:bodyPr/>
          <a:lstStyle/>
          <a:p>
            <a:endParaRPr lang="en-US" dirty="0"/>
          </a:p>
        </p:txBody>
      </p:sp>
    </p:spTree>
    <p:extLst>
      <p:ext uri="{BB962C8B-B14F-4D97-AF65-F5344CB8AC3E}">
        <p14:creationId xmlns:p14="http://schemas.microsoft.com/office/powerpoint/2010/main" val="2349063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46217-63B2-CAA5-EA86-7F1695880BD2}"/>
              </a:ext>
            </a:extLst>
          </p:cNvPr>
          <p:cNvSpPr>
            <a:spLocks noGrp="1"/>
          </p:cNvSpPr>
          <p:nvPr>
            <p:ph type="title"/>
          </p:nvPr>
        </p:nvSpPr>
        <p:spPr/>
        <p:txBody>
          <a:bodyPr/>
          <a:lstStyle/>
          <a:p>
            <a:r>
              <a:rPr lang="en-GB" dirty="0"/>
              <a:t>Technology stack</a:t>
            </a:r>
            <a:endParaRPr lang="en-US" dirty="0"/>
          </a:p>
        </p:txBody>
      </p:sp>
      <p:sp>
        <p:nvSpPr>
          <p:cNvPr id="4" name="Text Placeholder 3">
            <a:extLst>
              <a:ext uri="{FF2B5EF4-FFF2-40B4-BE49-F238E27FC236}">
                <a16:creationId xmlns:a16="http://schemas.microsoft.com/office/drawing/2014/main" id="{158ED71D-FF87-7F64-BC38-725DDF30F319}"/>
              </a:ext>
            </a:extLst>
          </p:cNvPr>
          <p:cNvSpPr>
            <a:spLocks noGrp="1"/>
          </p:cNvSpPr>
          <p:nvPr>
            <p:ph idx="1"/>
          </p:nvPr>
        </p:nvSpPr>
        <p:spPr/>
        <p:txBody>
          <a:bodyPr/>
          <a:lstStyle/>
          <a:p>
            <a:pPr marL="0" indent="0">
              <a:buNone/>
            </a:pPr>
            <a:r>
              <a:rPr lang="en-GB" dirty="0"/>
              <a:t>FRONTEND:                                                  BACKEND:                            </a:t>
            </a:r>
          </a:p>
          <a:p>
            <a:r>
              <a:rPr lang="en-GB" dirty="0"/>
              <a:t>HTML                                                            Java</a:t>
            </a:r>
          </a:p>
          <a:p>
            <a:pPr marL="0" indent="0">
              <a:buNone/>
            </a:pPr>
            <a:r>
              <a:rPr lang="en-GB" dirty="0"/>
              <a:t>CSS                                                                    Python </a:t>
            </a:r>
          </a:p>
          <a:p>
            <a:r>
              <a:rPr lang="en-GB" dirty="0"/>
              <a:t>JavaScript                                                   Django</a:t>
            </a:r>
            <a:endParaRPr lang="en-US" dirty="0"/>
          </a:p>
        </p:txBody>
      </p:sp>
      <p:pic>
        <p:nvPicPr>
          <p:cNvPr id="3" name="Picture 2">
            <a:extLst>
              <a:ext uri="{FF2B5EF4-FFF2-40B4-BE49-F238E27FC236}">
                <a16:creationId xmlns:a16="http://schemas.microsoft.com/office/drawing/2014/main" id="{B319F0F6-166B-0CF1-E06E-19DF3460572F}"/>
              </a:ext>
            </a:extLst>
          </p:cNvPr>
          <p:cNvPicPr>
            <a:picLocks noChangeAspect="1"/>
          </p:cNvPicPr>
          <p:nvPr/>
        </p:nvPicPr>
        <p:blipFill>
          <a:blip r:embed="rId2"/>
          <a:stretch>
            <a:fillRect/>
          </a:stretch>
        </p:blipFill>
        <p:spPr>
          <a:xfrm>
            <a:off x="7917657" y="1928813"/>
            <a:ext cx="3455630" cy="4833938"/>
          </a:xfrm>
          <a:prstGeom prst="rect">
            <a:avLst/>
          </a:prstGeom>
        </p:spPr>
      </p:pic>
    </p:spTree>
    <p:extLst>
      <p:ext uri="{BB962C8B-B14F-4D97-AF65-F5344CB8AC3E}">
        <p14:creationId xmlns:p14="http://schemas.microsoft.com/office/powerpoint/2010/main" val="1288544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D98AF-A323-7236-0E00-95C04173A099}"/>
              </a:ext>
            </a:extLst>
          </p:cNvPr>
          <p:cNvSpPr>
            <a:spLocks noGrp="1"/>
          </p:cNvSpPr>
          <p:nvPr>
            <p:ph type="title"/>
          </p:nvPr>
        </p:nvSpPr>
        <p:spPr/>
        <p:txBody>
          <a:bodyPr/>
          <a:lstStyle/>
          <a:p>
            <a:r>
              <a:rPr lang="en-GB" dirty="0"/>
              <a:t>CONCLUSION </a:t>
            </a:r>
            <a:endParaRPr lang="en-US" dirty="0"/>
          </a:p>
        </p:txBody>
      </p:sp>
      <p:sp>
        <p:nvSpPr>
          <p:cNvPr id="3" name="Content Placeholder 2">
            <a:extLst>
              <a:ext uri="{FF2B5EF4-FFF2-40B4-BE49-F238E27FC236}">
                <a16:creationId xmlns:a16="http://schemas.microsoft.com/office/drawing/2014/main" id="{564FB8BF-2905-3519-8E09-3C04A4A2D1E0}"/>
              </a:ext>
            </a:extLst>
          </p:cNvPr>
          <p:cNvSpPr>
            <a:spLocks noGrp="1"/>
          </p:cNvSpPr>
          <p:nvPr>
            <p:ph idx="1"/>
          </p:nvPr>
        </p:nvSpPr>
        <p:spPr>
          <a:xfrm>
            <a:off x="818712" y="2222287"/>
            <a:ext cx="10554574" cy="1754401"/>
          </a:xfrm>
        </p:spPr>
        <p:txBody>
          <a:bodyPr/>
          <a:lstStyle/>
          <a:p>
            <a:r>
              <a:rPr lang="en-GB" dirty="0"/>
              <a:t>The Employee Salary Slip Generator is a vital tool that modernizes and simplifies payroll management for organizations of all sizes. By automating the calculation of earnings, deductions, taxes, and net salary, it minimizes manual effort and reduces errors between employees.</a:t>
            </a:r>
            <a:endParaRPr lang="en-US" dirty="0"/>
          </a:p>
        </p:txBody>
      </p:sp>
      <p:pic>
        <p:nvPicPr>
          <p:cNvPr id="4" name="Picture 3">
            <a:extLst>
              <a:ext uri="{FF2B5EF4-FFF2-40B4-BE49-F238E27FC236}">
                <a16:creationId xmlns:a16="http://schemas.microsoft.com/office/drawing/2014/main" id="{F7238E90-081D-49C0-4BD3-0CD48BE76B60}"/>
              </a:ext>
            </a:extLst>
          </p:cNvPr>
          <p:cNvPicPr>
            <a:picLocks noChangeAspect="1"/>
          </p:cNvPicPr>
          <p:nvPr/>
        </p:nvPicPr>
        <p:blipFill>
          <a:blip r:embed="rId2"/>
          <a:stretch>
            <a:fillRect/>
          </a:stretch>
        </p:blipFill>
        <p:spPr>
          <a:xfrm>
            <a:off x="7965280" y="3460535"/>
            <a:ext cx="3690939" cy="3190875"/>
          </a:xfrm>
          <a:prstGeom prst="rect">
            <a:avLst/>
          </a:prstGeom>
        </p:spPr>
      </p:pic>
    </p:spTree>
    <p:extLst>
      <p:ext uri="{BB962C8B-B14F-4D97-AF65-F5344CB8AC3E}">
        <p14:creationId xmlns:p14="http://schemas.microsoft.com/office/powerpoint/2010/main" val="626467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82520-585D-88BF-DB54-5942A1249C6C}"/>
              </a:ext>
            </a:extLst>
          </p:cNvPr>
          <p:cNvSpPr>
            <a:spLocks noGrp="1"/>
          </p:cNvSpPr>
          <p:nvPr>
            <p:ph type="title"/>
          </p:nvPr>
        </p:nvSpPr>
        <p:spPr>
          <a:xfrm>
            <a:off x="853187" y="619125"/>
            <a:ext cx="5891637" cy="3265289"/>
          </a:xfrm>
        </p:spPr>
        <p:txBody>
          <a:bodyPr/>
          <a:lstStyle/>
          <a:p>
            <a:r>
              <a:rPr lang="en-GB" dirty="0"/>
              <a:t>Presented by: </a:t>
            </a:r>
            <a:br>
              <a:rPr lang="en-GB" dirty="0"/>
            </a:br>
            <a:r>
              <a:rPr lang="en-GB" dirty="0"/>
              <a:t>25A31A04D3 – </a:t>
            </a:r>
            <a:r>
              <a:rPr lang="en-GB" dirty="0" err="1"/>
              <a:t>Hasini</a:t>
            </a:r>
            <a:br>
              <a:rPr lang="en-GB" dirty="0"/>
            </a:br>
            <a:r>
              <a:rPr lang="en-GB" dirty="0"/>
              <a:t>25A31A04D4 – </a:t>
            </a:r>
            <a:r>
              <a:rPr lang="en-GB" dirty="0" err="1"/>
              <a:t>Gowri</a:t>
            </a:r>
            <a:r>
              <a:rPr lang="en-GB" dirty="0"/>
              <a:t> </a:t>
            </a:r>
            <a:br>
              <a:rPr lang="en-GB" dirty="0"/>
            </a:br>
            <a:r>
              <a:rPr lang="en-GB" dirty="0"/>
              <a:t>25A31A04G4- Krishna </a:t>
            </a:r>
            <a:br>
              <a:rPr lang="en-GB"/>
            </a:br>
            <a:r>
              <a:rPr lang="en-GB"/>
              <a:t>25A31A04G5- </a:t>
            </a:r>
            <a:r>
              <a:rPr lang="en-GB" dirty="0"/>
              <a:t>Samuel </a:t>
            </a:r>
            <a:endParaRPr lang="en-US" dirty="0"/>
          </a:p>
        </p:txBody>
      </p:sp>
      <p:sp>
        <p:nvSpPr>
          <p:cNvPr id="3" name="Content Placeholder 2">
            <a:extLst>
              <a:ext uri="{FF2B5EF4-FFF2-40B4-BE49-F238E27FC236}">
                <a16:creationId xmlns:a16="http://schemas.microsoft.com/office/drawing/2014/main" id="{B264A467-DF64-6DD5-735E-8565CE1F588D}"/>
              </a:ext>
            </a:extLst>
          </p:cNvPr>
          <p:cNvSpPr>
            <a:spLocks noGrp="1"/>
          </p:cNvSpPr>
          <p:nvPr>
            <p:ph type="body" idx="1"/>
          </p:nvPr>
        </p:nvSpPr>
        <p:spPr/>
        <p:txBody>
          <a:bodyPr/>
          <a:lstStyle/>
          <a:p>
            <a:endParaRPr lang="en-US"/>
          </a:p>
        </p:txBody>
      </p:sp>
      <p:sp>
        <p:nvSpPr>
          <p:cNvPr id="4" name="Text Placeholder 3">
            <a:extLst>
              <a:ext uri="{FF2B5EF4-FFF2-40B4-BE49-F238E27FC236}">
                <a16:creationId xmlns:a16="http://schemas.microsoft.com/office/drawing/2014/main" id="{41E57F77-1C9B-4471-665E-941638A78930}"/>
              </a:ext>
            </a:extLst>
          </p:cNvPr>
          <p:cNvSpPr>
            <a:spLocks noGrp="1"/>
          </p:cNvSpPr>
          <p:nvPr>
            <p:ph type="body" sz="quarter" idx="16"/>
          </p:nvPr>
        </p:nvSpPr>
        <p:spPr/>
        <p:txBody>
          <a:bodyPr/>
          <a:lstStyle/>
          <a:p>
            <a:endParaRPr lang="en-US"/>
          </a:p>
        </p:txBody>
      </p:sp>
      <p:pic>
        <p:nvPicPr>
          <p:cNvPr id="5" name="Picture 4">
            <a:extLst>
              <a:ext uri="{FF2B5EF4-FFF2-40B4-BE49-F238E27FC236}">
                <a16:creationId xmlns:a16="http://schemas.microsoft.com/office/drawing/2014/main" id="{5D957B75-376B-73A4-1847-E51FED7E50CA}"/>
              </a:ext>
            </a:extLst>
          </p:cNvPr>
          <p:cNvPicPr>
            <a:picLocks noChangeAspect="1"/>
          </p:cNvPicPr>
          <p:nvPr/>
        </p:nvPicPr>
        <p:blipFill>
          <a:blip r:embed="rId2"/>
          <a:stretch>
            <a:fillRect/>
          </a:stretch>
        </p:blipFill>
        <p:spPr>
          <a:xfrm>
            <a:off x="7049905" y="505353"/>
            <a:ext cx="4859473" cy="5418667"/>
          </a:xfrm>
          <a:prstGeom prst="rect">
            <a:avLst/>
          </a:prstGeom>
        </p:spPr>
      </p:pic>
    </p:spTree>
    <p:extLst>
      <p:ext uri="{BB962C8B-B14F-4D97-AF65-F5344CB8AC3E}">
        <p14:creationId xmlns:p14="http://schemas.microsoft.com/office/powerpoint/2010/main" val="41755742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otalTime>6</TotalTime>
  <Words>261</Words>
  <Application>Microsoft Office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Century Gothic</vt:lpstr>
      <vt:lpstr>Wingdings 2</vt:lpstr>
      <vt:lpstr>Quotable</vt:lpstr>
      <vt:lpstr>EMPLOYEE SALARY SLIP                 GENERATER</vt:lpstr>
      <vt:lpstr>INTRODUCTION </vt:lpstr>
      <vt:lpstr>PROBLEM STATEMENT </vt:lpstr>
      <vt:lpstr>OBJECTIVE OF THE PROJECT </vt:lpstr>
      <vt:lpstr>SYSTEM OVERVIEW </vt:lpstr>
      <vt:lpstr>SALARY COMPONENTS </vt:lpstr>
      <vt:lpstr>FUTURE ENHANCEMENTS </vt:lpstr>
      <vt:lpstr>Technology stack</vt:lpstr>
      <vt:lpstr>CONCLUSION </vt:lpstr>
      <vt:lpstr>Presented by:  25A31A04D3 – Hasini 25A31A04D4 – Gowri  25A31A04G4- Krishna  25A31A04G5- Samuel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SALARY SLIP                 GENERATER</dc:title>
  <dc:creator>25CON4D3 -Gowri</dc:creator>
  <cp:lastModifiedBy>krishna sai venkat chodisetty</cp:lastModifiedBy>
  <cp:revision>5</cp:revision>
  <dcterms:created xsi:type="dcterms:W3CDTF">2025-12-22T12:17:06Z</dcterms:created>
  <dcterms:modified xsi:type="dcterms:W3CDTF">2025-12-23T05:45:59Z</dcterms:modified>
</cp:coreProperties>
</file>